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713" r:id="rId2"/>
  </p:sldMasterIdLst>
  <p:sldIdLst>
    <p:sldId id="263" r:id="rId3"/>
    <p:sldId id="257" r:id="rId4"/>
    <p:sldId id="258" r:id="rId5"/>
    <p:sldId id="261" r:id="rId6"/>
    <p:sldId id="264"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69" autoAdjust="0"/>
    <p:restoredTop sz="94660"/>
  </p:normalViewPr>
  <p:slideViewPr>
    <p:cSldViewPr snapToGrid="0">
      <p:cViewPr varScale="1">
        <p:scale>
          <a:sx n="90" d="100"/>
          <a:sy n="90" d="100"/>
        </p:scale>
        <p:origin x="8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slide" Target="slides/slide5.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tableStyles" Target="tableStyles.xml"/><Relationship Id="rId5" Type="http://schemas.openxmlformats.org/officeDocument/2006/relationships/slide" Target="slides/slide3.xml"/><Relationship Id="rId1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24118-EA4C-48D1-8263-D69C3B10514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15034D71-749A-429D-B03F-032ABF2EF8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6BD2B0B-F5D9-4E94-8CD8-8A107D572741}"/>
              </a:ext>
            </a:extLst>
          </p:cNvPr>
          <p:cNvSpPr>
            <a:spLocks noGrp="1"/>
          </p:cNvSpPr>
          <p:nvPr>
            <p:ph type="dt" sz="half" idx="10"/>
          </p:nvPr>
        </p:nvSpPr>
        <p:spPr/>
        <p:txBody>
          <a:bodyPr/>
          <a:lstStyle/>
          <a:p>
            <a:fld id="{20F5936E-8338-4FF0-A335-701F0F342296}" type="datetimeFigureOut">
              <a:rPr lang="en-GB" smtClean="0"/>
              <a:t>12/05/2022</a:t>
            </a:fld>
            <a:endParaRPr lang="en-GB"/>
          </a:p>
        </p:txBody>
      </p:sp>
      <p:sp>
        <p:nvSpPr>
          <p:cNvPr id="5" name="Footer Placeholder 4">
            <a:extLst>
              <a:ext uri="{FF2B5EF4-FFF2-40B4-BE49-F238E27FC236}">
                <a16:creationId xmlns:a16="http://schemas.microsoft.com/office/drawing/2014/main" id="{D0C8F7C6-4C67-4C1E-B647-0CB34F8A4FC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35EE954-FF58-4ADF-A710-57C92BDB2C5D}"/>
              </a:ext>
            </a:extLst>
          </p:cNvPr>
          <p:cNvSpPr>
            <a:spLocks noGrp="1"/>
          </p:cNvSpPr>
          <p:nvPr>
            <p:ph type="sldNum" sz="quarter" idx="12"/>
          </p:nvPr>
        </p:nvSpPr>
        <p:spPr/>
        <p:txBody>
          <a:bodyPr/>
          <a:lstStyle/>
          <a:p>
            <a:fld id="{63096219-CE3F-4E8B-ADB1-85C8BB496897}" type="slidenum">
              <a:rPr lang="en-GB" smtClean="0"/>
              <a:t>‹#›</a:t>
            </a:fld>
            <a:endParaRPr lang="en-GB"/>
          </a:p>
        </p:txBody>
      </p:sp>
    </p:spTree>
    <p:extLst>
      <p:ext uri="{BB962C8B-B14F-4D97-AF65-F5344CB8AC3E}">
        <p14:creationId xmlns:p14="http://schemas.microsoft.com/office/powerpoint/2010/main" val="28717007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792EC-5102-42B9-AC96-2484A1321F8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AF7ADCEE-6DD1-4B98-A441-F75D76A569B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5590E25-499C-4DA7-842B-7C6524FE7323}"/>
              </a:ext>
            </a:extLst>
          </p:cNvPr>
          <p:cNvSpPr>
            <a:spLocks noGrp="1"/>
          </p:cNvSpPr>
          <p:nvPr>
            <p:ph type="dt" sz="half" idx="10"/>
          </p:nvPr>
        </p:nvSpPr>
        <p:spPr/>
        <p:txBody>
          <a:bodyPr/>
          <a:lstStyle/>
          <a:p>
            <a:fld id="{20F5936E-8338-4FF0-A335-701F0F342296}" type="datetimeFigureOut">
              <a:rPr lang="en-GB" smtClean="0"/>
              <a:t>12/05/2022</a:t>
            </a:fld>
            <a:endParaRPr lang="en-GB"/>
          </a:p>
        </p:txBody>
      </p:sp>
      <p:sp>
        <p:nvSpPr>
          <p:cNvPr id="5" name="Footer Placeholder 4">
            <a:extLst>
              <a:ext uri="{FF2B5EF4-FFF2-40B4-BE49-F238E27FC236}">
                <a16:creationId xmlns:a16="http://schemas.microsoft.com/office/drawing/2014/main" id="{8B9BBCB9-59EB-40B7-B696-085FCF924A3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EA6E8EC-D006-4D1C-8603-9058B1E5CB81}"/>
              </a:ext>
            </a:extLst>
          </p:cNvPr>
          <p:cNvSpPr>
            <a:spLocks noGrp="1"/>
          </p:cNvSpPr>
          <p:nvPr>
            <p:ph type="sldNum" sz="quarter" idx="12"/>
          </p:nvPr>
        </p:nvSpPr>
        <p:spPr/>
        <p:txBody>
          <a:bodyPr/>
          <a:lstStyle/>
          <a:p>
            <a:fld id="{63096219-CE3F-4E8B-ADB1-85C8BB496897}" type="slidenum">
              <a:rPr lang="en-GB" smtClean="0"/>
              <a:t>‹#›</a:t>
            </a:fld>
            <a:endParaRPr lang="en-GB"/>
          </a:p>
        </p:txBody>
      </p:sp>
    </p:spTree>
    <p:extLst>
      <p:ext uri="{BB962C8B-B14F-4D97-AF65-F5344CB8AC3E}">
        <p14:creationId xmlns:p14="http://schemas.microsoft.com/office/powerpoint/2010/main" val="16197292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D50D4-E295-45A0-9A5A-378DAB68F69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32E7851A-50E0-47B3-A074-128940205AA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E10664-BC9A-40F8-BD17-2DDB3BA79027}"/>
              </a:ext>
            </a:extLst>
          </p:cNvPr>
          <p:cNvSpPr>
            <a:spLocks noGrp="1"/>
          </p:cNvSpPr>
          <p:nvPr>
            <p:ph type="dt" sz="half" idx="10"/>
          </p:nvPr>
        </p:nvSpPr>
        <p:spPr/>
        <p:txBody>
          <a:bodyPr/>
          <a:lstStyle/>
          <a:p>
            <a:fld id="{20F5936E-8338-4FF0-A335-701F0F342296}" type="datetimeFigureOut">
              <a:rPr lang="en-GB" smtClean="0"/>
              <a:t>12/05/2022</a:t>
            </a:fld>
            <a:endParaRPr lang="en-GB"/>
          </a:p>
        </p:txBody>
      </p:sp>
      <p:sp>
        <p:nvSpPr>
          <p:cNvPr id="5" name="Footer Placeholder 4">
            <a:extLst>
              <a:ext uri="{FF2B5EF4-FFF2-40B4-BE49-F238E27FC236}">
                <a16:creationId xmlns:a16="http://schemas.microsoft.com/office/drawing/2014/main" id="{44EECEB2-17F3-4D14-83EF-0F27777E193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6D4DBB4-62BE-478D-9B76-A3A7DBF832A1}"/>
              </a:ext>
            </a:extLst>
          </p:cNvPr>
          <p:cNvSpPr>
            <a:spLocks noGrp="1"/>
          </p:cNvSpPr>
          <p:nvPr>
            <p:ph type="sldNum" sz="quarter" idx="12"/>
          </p:nvPr>
        </p:nvSpPr>
        <p:spPr/>
        <p:txBody>
          <a:bodyPr/>
          <a:lstStyle/>
          <a:p>
            <a:fld id="{63096219-CE3F-4E8B-ADB1-85C8BB496897}" type="slidenum">
              <a:rPr lang="en-GB" smtClean="0"/>
              <a:t>‹#›</a:t>
            </a:fld>
            <a:endParaRPr lang="en-GB"/>
          </a:p>
        </p:txBody>
      </p:sp>
    </p:spTree>
    <p:extLst>
      <p:ext uri="{BB962C8B-B14F-4D97-AF65-F5344CB8AC3E}">
        <p14:creationId xmlns:p14="http://schemas.microsoft.com/office/powerpoint/2010/main" val="18772987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A7D5C-A2BC-406E-87FA-B1F41934E057}"/>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3A07BFE-F9F3-4AF2-A2FC-0BD9381437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6703887-EAB1-443C-98F9-1CBA294600E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432267F-BB17-41AB-981C-1FF2C9DFEF5D}"/>
              </a:ext>
            </a:extLst>
          </p:cNvPr>
          <p:cNvSpPr>
            <a:spLocks noGrp="1"/>
          </p:cNvSpPr>
          <p:nvPr>
            <p:ph type="dt" sz="half" idx="10"/>
          </p:nvPr>
        </p:nvSpPr>
        <p:spPr/>
        <p:txBody>
          <a:bodyPr/>
          <a:lstStyle/>
          <a:p>
            <a:fld id="{20F5936E-8338-4FF0-A335-701F0F342296}" type="datetimeFigureOut">
              <a:rPr lang="en-GB" smtClean="0"/>
              <a:t>12/05/2022</a:t>
            </a:fld>
            <a:endParaRPr lang="en-GB"/>
          </a:p>
        </p:txBody>
      </p:sp>
      <p:sp>
        <p:nvSpPr>
          <p:cNvPr id="6" name="Footer Placeholder 5">
            <a:extLst>
              <a:ext uri="{FF2B5EF4-FFF2-40B4-BE49-F238E27FC236}">
                <a16:creationId xmlns:a16="http://schemas.microsoft.com/office/drawing/2014/main" id="{A89D94C0-772A-4FB5-863B-C11AD41D7B97}"/>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D7AF0DC-7A2A-491E-8ABB-D261824E28AA}"/>
              </a:ext>
            </a:extLst>
          </p:cNvPr>
          <p:cNvSpPr>
            <a:spLocks noGrp="1"/>
          </p:cNvSpPr>
          <p:nvPr>
            <p:ph type="sldNum" sz="quarter" idx="12"/>
          </p:nvPr>
        </p:nvSpPr>
        <p:spPr/>
        <p:txBody>
          <a:bodyPr/>
          <a:lstStyle/>
          <a:p>
            <a:fld id="{63096219-CE3F-4E8B-ADB1-85C8BB496897}" type="slidenum">
              <a:rPr lang="en-GB" smtClean="0"/>
              <a:t>‹#›</a:t>
            </a:fld>
            <a:endParaRPr lang="en-GB"/>
          </a:p>
        </p:txBody>
      </p:sp>
    </p:spTree>
    <p:extLst>
      <p:ext uri="{BB962C8B-B14F-4D97-AF65-F5344CB8AC3E}">
        <p14:creationId xmlns:p14="http://schemas.microsoft.com/office/powerpoint/2010/main" val="42214521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84020-BDD7-4EBB-AB22-A85EFB0598CD}"/>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CF82087-91BF-4C8E-B12A-FD75DE843BA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13984AD-AECA-44D6-9987-3C709CBB395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F5BBF944-3821-4F2C-B2DF-369A6F9720C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8A12B0F-0241-4BE9-9E6E-B61441CC399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0C9173DA-7732-421A-BA4A-6F1DBA0B8F15}"/>
              </a:ext>
            </a:extLst>
          </p:cNvPr>
          <p:cNvSpPr>
            <a:spLocks noGrp="1"/>
          </p:cNvSpPr>
          <p:nvPr>
            <p:ph type="dt" sz="half" idx="10"/>
          </p:nvPr>
        </p:nvSpPr>
        <p:spPr/>
        <p:txBody>
          <a:bodyPr/>
          <a:lstStyle/>
          <a:p>
            <a:fld id="{20F5936E-8338-4FF0-A335-701F0F342296}" type="datetimeFigureOut">
              <a:rPr lang="en-GB" smtClean="0"/>
              <a:t>12/05/2022</a:t>
            </a:fld>
            <a:endParaRPr lang="en-GB"/>
          </a:p>
        </p:txBody>
      </p:sp>
      <p:sp>
        <p:nvSpPr>
          <p:cNvPr id="8" name="Footer Placeholder 7">
            <a:extLst>
              <a:ext uri="{FF2B5EF4-FFF2-40B4-BE49-F238E27FC236}">
                <a16:creationId xmlns:a16="http://schemas.microsoft.com/office/drawing/2014/main" id="{231BC9CD-B782-472A-B296-0C408322797D}"/>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AD9B532F-68CB-416C-901D-0F1AE6345636}"/>
              </a:ext>
            </a:extLst>
          </p:cNvPr>
          <p:cNvSpPr>
            <a:spLocks noGrp="1"/>
          </p:cNvSpPr>
          <p:nvPr>
            <p:ph type="sldNum" sz="quarter" idx="12"/>
          </p:nvPr>
        </p:nvSpPr>
        <p:spPr/>
        <p:txBody>
          <a:bodyPr/>
          <a:lstStyle/>
          <a:p>
            <a:fld id="{63096219-CE3F-4E8B-ADB1-85C8BB496897}" type="slidenum">
              <a:rPr lang="en-GB" smtClean="0"/>
              <a:t>‹#›</a:t>
            </a:fld>
            <a:endParaRPr lang="en-GB"/>
          </a:p>
        </p:txBody>
      </p:sp>
    </p:spTree>
    <p:extLst>
      <p:ext uri="{BB962C8B-B14F-4D97-AF65-F5344CB8AC3E}">
        <p14:creationId xmlns:p14="http://schemas.microsoft.com/office/powerpoint/2010/main" val="1389749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363E42-3395-444D-AD95-CE8F41448CF8}"/>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2FE73D0E-562F-4DFC-A077-463D3064FA1D}"/>
              </a:ext>
            </a:extLst>
          </p:cNvPr>
          <p:cNvSpPr>
            <a:spLocks noGrp="1"/>
          </p:cNvSpPr>
          <p:nvPr>
            <p:ph type="dt" sz="half" idx="10"/>
          </p:nvPr>
        </p:nvSpPr>
        <p:spPr/>
        <p:txBody>
          <a:bodyPr/>
          <a:lstStyle/>
          <a:p>
            <a:fld id="{20F5936E-8338-4FF0-A335-701F0F342296}" type="datetimeFigureOut">
              <a:rPr lang="en-GB" smtClean="0"/>
              <a:t>12/05/2022</a:t>
            </a:fld>
            <a:endParaRPr lang="en-GB"/>
          </a:p>
        </p:txBody>
      </p:sp>
      <p:sp>
        <p:nvSpPr>
          <p:cNvPr id="4" name="Footer Placeholder 3">
            <a:extLst>
              <a:ext uri="{FF2B5EF4-FFF2-40B4-BE49-F238E27FC236}">
                <a16:creationId xmlns:a16="http://schemas.microsoft.com/office/drawing/2014/main" id="{D4C678EB-C474-440E-AA6F-3572387A7A55}"/>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3B14B940-B32C-47F7-93B7-8723122F3E10}"/>
              </a:ext>
            </a:extLst>
          </p:cNvPr>
          <p:cNvSpPr>
            <a:spLocks noGrp="1"/>
          </p:cNvSpPr>
          <p:nvPr>
            <p:ph type="sldNum" sz="quarter" idx="12"/>
          </p:nvPr>
        </p:nvSpPr>
        <p:spPr/>
        <p:txBody>
          <a:bodyPr/>
          <a:lstStyle/>
          <a:p>
            <a:fld id="{63096219-CE3F-4E8B-ADB1-85C8BB496897}" type="slidenum">
              <a:rPr lang="en-GB" smtClean="0"/>
              <a:t>‹#›</a:t>
            </a:fld>
            <a:endParaRPr lang="en-GB"/>
          </a:p>
        </p:txBody>
      </p:sp>
    </p:spTree>
    <p:extLst>
      <p:ext uri="{BB962C8B-B14F-4D97-AF65-F5344CB8AC3E}">
        <p14:creationId xmlns:p14="http://schemas.microsoft.com/office/powerpoint/2010/main" val="1995650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940B18-48C6-4AB2-812C-22450B76F9A2}"/>
              </a:ext>
            </a:extLst>
          </p:cNvPr>
          <p:cNvSpPr>
            <a:spLocks noGrp="1"/>
          </p:cNvSpPr>
          <p:nvPr>
            <p:ph type="dt" sz="half" idx="10"/>
          </p:nvPr>
        </p:nvSpPr>
        <p:spPr/>
        <p:txBody>
          <a:bodyPr/>
          <a:lstStyle/>
          <a:p>
            <a:fld id="{20F5936E-8338-4FF0-A335-701F0F342296}" type="datetimeFigureOut">
              <a:rPr lang="en-GB" smtClean="0"/>
              <a:t>12/05/2022</a:t>
            </a:fld>
            <a:endParaRPr lang="en-GB"/>
          </a:p>
        </p:txBody>
      </p:sp>
      <p:sp>
        <p:nvSpPr>
          <p:cNvPr id="3" name="Footer Placeholder 2">
            <a:extLst>
              <a:ext uri="{FF2B5EF4-FFF2-40B4-BE49-F238E27FC236}">
                <a16:creationId xmlns:a16="http://schemas.microsoft.com/office/drawing/2014/main" id="{A228A980-B518-4E23-940C-C1BA674FB773}"/>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2B212C10-9DA9-40C1-996A-F7BB06188C2A}"/>
              </a:ext>
            </a:extLst>
          </p:cNvPr>
          <p:cNvSpPr>
            <a:spLocks noGrp="1"/>
          </p:cNvSpPr>
          <p:nvPr>
            <p:ph type="sldNum" sz="quarter" idx="12"/>
          </p:nvPr>
        </p:nvSpPr>
        <p:spPr/>
        <p:txBody>
          <a:bodyPr/>
          <a:lstStyle/>
          <a:p>
            <a:fld id="{63096219-CE3F-4E8B-ADB1-85C8BB496897}" type="slidenum">
              <a:rPr lang="en-GB" smtClean="0"/>
              <a:t>‹#›</a:t>
            </a:fld>
            <a:endParaRPr lang="en-GB"/>
          </a:p>
        </p:txBody>
      </p:sp>
    </p:spTree>
    <p:extLst>
      <p:ext uri="{BB962C8B-B14F-4D97-AF65-F5344CB8AC3E}">
        <p14:creationId xmlns:p14="http://schemas.microsoft.com/office/powerpoint/2010/main" val="42099610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1B507-BB9E-49A5-8BEF-9D236123FA8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9547BC28-3426-415B-8E1B-34A807BFCCE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6C2736AC-093F-48A9-B27A-D747E22B03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7456EA-3E42-45B5-9B12-04593CDAE12F}"/>
              </a:ext>
            </a:extLst>
          </p:cNvPr>
          <p:cNvSpPr>
            <a:spLocks noGrp="1"/>
          </p:cNvSpPr>
          <p:nvPr>
            <p:ph type="dt" sz="half" idx="10"/>
          </p:nvPr>
        </p:nvSpPr>
        <p:spPr/>
        <p:txBody>
          <a:bodyPr/>
          <a:lstStyle/>
          <a:p>
            <a:fld id="{20F5936E-8338-4FF0-A335-701F0F342296}" type="datetimeFigureOut">
              <a:rPr lang="en-GB" smtClean="0"/>
              <a:t>12/05/2022</a:t>
            </a:fld>
            <a:endParaRPr lang="en-GB"/>
          </a:p>
        </p:txBody>
      </p:sp>
      <p:sp>
        <p:nvSpPr>
          <p:cNvPr id="6" name="Footer Placeholder 5">
            <a:extLst>
              <a:ext uri="{FF2B5EF4-FFF2-40B4-BE49-F238E27FC236}">
                <a16:creationId xmlns:a16="http://schemas.microsoft.com/office/drawing/2014/main" id="{34FB155D-2C29-4B66-80E8-1E070A736D8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758A704-B4C5-4D76-BAB5-1B4025DAC1C0}"/>
              </a:ext>
            </a:extLst>
          </p:cNvPr>
          <p:cNvSpPr>
            <a:spLocks noGrp="1"/>
          </p:cNvSpPr>
          <p:nvPr>
            <p:ph type="sldNum" sz="quarter" idx="12"/>
          </p:nvPr>
        </p:nvSpPr>
        <p:spPr/>
        <p:txBody>
          <a:bodyPr/>
          <a:lstStyle/>
          <a:p>
            <a:fld id="{63096219-CE3F-4E8B-ADB1-85C8BB496897}" type="slidenum">
              <a:rPr lang="en-GB" smtClean="0"/>
              <a:t>‹#›</a:t>
            </a:fld>
            <a:endParaRPr lang="en-GB"/>
          </a:p>
        </p:txBody>
      </p:sp>
    </p:spTree>
    <p:extLst>
      <p:ext uri="{BB962C8B-B14F-4D97-AF65-F5344CB8AC3E}">
        <p14:creationId xmlns:p14="http://schemas.microsoft.com/office/powerpoint/2010/main" val="7894523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9620-CD7C-450E-A3BA-D4A86D50BC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22EFA40E-E418-4202-9FB7-A3FF3C1F6E3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A8CE9E12-864F-4361-8A17-A86E8C32DB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5F74BC4-61A5-4139-9B5F-E3EFA055C735}"/>
              </a:ext>
            </a:extLst>
          </p:cNvPr>
          <p:cNvSpPr>
            <a:spLocks noGrp="1"/>
          </p:cNvSpPr>
          <p:nvPr>
            <p:ph type="dt" sz="half" idx="10"/>
          </p:nvPr>
        </p:nvSpPr>
        <p:spPr/>
        <p:txBody>
          <a:bodyPr/>
          <a:lstStyle/>
          <a:p>
            <a:fld id="{20F5936E-8338-4FF0-A335-701F0F342296}" type="datetimeFigureOut">
              <a:rPr lang="en-GB" smtClean="0"/>
              <a:t>12/05/2022</a:t>
            </a:fld>
            <a:endParaRPr lang="en-GB"/>
          </a:p>
        </p:txBody>
      </p:sp>
      <p:sp>
        <p:nvSpPr>
          <p:cNvPr id="6" name="Footer Placeholder 5">
            <a:extLst>
              <a:ext uri="{FF2B5EF4-FFF2-40B4-BE49-F238E27FC236}">
                <a16:creationId xmlns:a16="http://schemas.microsoft.com/office/drawing/2014/main" id="{4FA0A997-6301-4F08-8DB8-EAF6A2D975B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D969D1A-CDD9-44E9-A350-326D19BE07D8}"/>
              </a:ext>
            </a:extLst>
          </p:cNvPr>
          <p:cNvSpPr>
            <a:spLocks noGrp="1"/>
          </p:cNvSpPr>
          <p:nvPr>
            <p:ph type="sldNum" sz="quarter" idx="12"/>
          </p:nvPr>
        </p:nvSpPr>
        <p:spPr/>
        <p:txBody>
          <a:bodyPr/>
          <a:lstStyle/>
          <a:p>
            <a:fld id="{63096219-CE3F-4E8B-ADB1-85C8BB496897}" type="slidenum">
              <a:rPr lang="en-GB" smtClean="0"/>
              <a:t>‹#›</a:t>
            </a:fld>
            <a:endParaRPr lang="en-GB"/>
          </a:p>
        </p:txBody>
      </p:sp>
    </p:spTree>
    <p:extLst>
      <p:ext uri="{BB962C8B-B14F-4D97-AF65-F5344CB8AC3E}">
        <p14:creationId xmlns:p14="http://schemas.microsoft.com/office/powerpoint/2010/main" val="21363632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0779CD-0EE6-4FFC-84CD-6DFCE2CB2AB0}"/>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BA179EC4-D6FA-4FC5-806A-F8AEAA7E94A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394AEDB-3B52-4F70-AD2E-846E9A63FAE0}"/>
              </a:ext>
            </a:extLst>
          </p:cNvPr>
          <p:cNvSpPr>
            <a:spLocks noGrp="1"/>
          </p:cNvSpPr>
          <p:nvPr>
            <p:ph type="dt" sz="half" idx="10"/>
          </p:nvPr>
        </p:nvSpPr>
        <p:spPr/>
        <p:txBody>
          <a:bodyPr/>
          <a:lstStyle/>
          <a:p>
            <a:fld id="{20F5936E-8338-4FF0-A335-701F0F342296}" type="datetimeFigureOut">
              <a:rPr lang="en-GB" smtClean="0"/>
              <a:t>12/05/2022</a:t>
            </a:fld>
            <a:endParaRPr lang="en-GB"/>
          </a:p>
        </p:txBody>
      </p:sp>
      <p:sp>
        <p:nvSpPr>
          <p:cNvPr id="5" name="Footer Placeholder 4">
            <a:extLst>
              <a:ext uri="{FF2B5EF4-FFF2-40B4-BE49-F238E27FC236}">
                <a16:creationId xmlns:a16="http://schemas.microsoft.com/office/drawing/2014/main" id="{671CD2C7-CA1E-44F5-86A7-2BB106BBAD7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90FE7F3-8000-43FF-AF18-BD24EC2B2F33}"/>
              </a:ext>
            </a:extLst>
          </p:cNvPr>
          <p:cNvSpPr>
            <a:spLocks noGrp="1"/>
          </p:cNvSpPr>
          <p:nvPr>
            <p:ph type="sldNum" sz="quarter" idx="12"/>
          </p:nvPr>
        </p:nvSpPr>
        <p:spPr/>
        <p:txBody>
          <a:bodyPr/>
          <a:lstStyle/>
          <a:p>
            <a:fld id="{63096219-CE3F-4E8B-ADB1-85C8BB496897}" type="slidenum">
              <a:rPr lang="en-GB" smtClean="0"/>
              <a:t>‹#›</a:t>
            </a:fld>
            <a:endParaRPr lang="en-GB"/>
          </a:p>
        </p:txBody>
      </p:sp>
    </p:spTree>
    <p:extLst>
      <p:ext uri="{BB962C8B-B14F-4D97-AF65-F5344CB8AC3E}">
        <p14:creationId xmlns:p14="http://schemas.microsoft.com/office/powerpoint/2010/main" val="3876596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15B4859-930B-4659-B1EE-48E0B918C14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12A3583-22A8-4CEB-8CB2-5B4686E927B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F06B38E-34CA-428B-BA5D-C1EF4AD7EE95}"/>
              </a:ext>
            </a:extLst>
          </p:cNvPr>
          <p:cNvSpPr>
            <a:spLocks noGrp="1"/>
          </p:cNvSpPr>
          <p:nvPr>
            <p:ph type="dt" sz="half" idx="10"/>
          </p:nvPr>
        </p:nvSpPr>
        <p:spPr/>
        <p:txBody>
          <a:bodyPr/>
          <a:lstStyle/>
          <a:p>
            <a:fld id="{20F5936E-8338-4FF0-A335-701F0F342296}" type="datetimeFigureOut">
              <a:rPr lang="en-GB" smtClean="0"/>
              <a:t>12/05/2022</a:t>
            </a:fld>
            <a:endParaRPr lang="en-GB"/>
          </a:p>
        </p:txBody>
      </p:sp>
      <p:sp>
        <p:nvSpPr>
          <p:cNvPr id="5" name="Footer Placeholder 4">
            <a:extLst>
              <a:ext uri="{FF2B5EF4-FFF2-40B4-BE49-F238E27FC236}">
                <a16:creationId xmlns:a16="http://schemas.microsoft.com/office/drawing/2014/main" id="{034AA87C-EBE0-477A-ABD4-F61C525C057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9CA591E-188C-4E9E-ABD9-2A5E8E2E5C46}"/>
              </a:ext>
            </a:extLst>
          </p:cNvPr>
          <p:cNvSpPr>
            <a:spLocks noGrp="1"/>
          </p:cNvSpPr>
          <p:nvPr>
            <p:ph type="sldNum" sz="quarter" idx="12"/>
          </p:nvPr>
        </p:nvSpPr>
        <p:spPr/>
        <p:txBody>
          <a:bodyPr/>
          <a:lstStyle/>
          <a:p>
            <a:fld id="{63096219-CE3F-4E8B-ADB1-85C8BB496897}" type="slidenum">
              <a:rPr lang="en-GB" smtClean="0"/>
              <a:t>‹#›</a:t>
            </a:fld>
            <a:endParaRPr lang="en-GB"/>
          </a:p>
        </p:txBody>
      </p:sp>
    </p:spTree>
    <p:extLst>
      <p:ext uri="{BB962C8B-B14F-4D97-AF65-F5344CB8AC3E}">
        <p14:creationId xmlns:p14="http://schemas.microsoft.com/office/powerpoint/2010/main" val="34566461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5" name="Rectangle 4"/>
          <p:cNvSpPr/>
          <p:nvPr userDrawn="1"/>
        </p:nvSpPr>
        <p:spPr>
          <a:xfrm>
            <a:off x="1" y="-1"/>
            <a:ext cx="12302876" cy="5803900"/>
          </a:xfrm>
          <a:prstGeom prst="rect">
            <a:avLst/>
          </a:prstGeom>
          <a:gradFill flip="none" rotWithShape="1">
            <a:gsLst>
              <a:gs pos="0">
                <a:srgbClr val="005B82"/>
              </a:gs>
              <a:gs pos="100000">
                <a:srgbClr val="00A1C1"/>
              </a:gs>
              <a:gs pos="100000">
                <a:schemeClr val="accent1">
                  <a:lumMod val="45000"/>
                  <a:lumOff val="55000"/>
                </a:schemeClr>
              </a:gs>
              <a:gs pos="100000">
                <a:schemeClr val="accent1">
                  <a:lumMod val="30000"/>
                  <a:lumOff val="7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GB" sz="1800"/>
          </a:p>
        </p:txBody>
      </p:sp>
      <p:sp>
        <p:nvSpPr>
          <p:cNvPr id="8" name="TextBox 7"/>
          <p:cNvSpPr txBox="1"/>
          <p:nvPr userDrawn="1"/>
        </p:nvSpPr>
        <p:spPr>
          <a:xfrm>
            <a:off x="670984" y="402315"/>
            <a:ext cx="6256683" cy="861775"/>
          </a:xfrm>
          <a:prstGeom prst="rect">
            <a:avLst/>
          </a:prstGeom>
          <a:noFill/>
        </p:spPr>
        <p:txBody>
          <a:bodyPr wrap="square" rtlCol="0">
            <a:spAutoFit/>
          </a:bodyPr>
          <a:lstStyle/>
          <a:p>
            <a:r>
              <a:rPr lang="en-GB" sz="4800" dirty="0">
                <a:solidFill>
                  <a:schemeClr val="bg1"/>
                </a:solidFill>
                <a:latin typeface="Swis721 LtEx BT" panose="020B0505020202020204" pitchFamily="34" charset="0"/>
              </a:rPr>
              <a:t>vision</a:t>
            </a:r>
            <a:r>
              <a:rPr lang="en-GB" sz="4800" b="1" dirty="0">
                <a:solidFill>
                  <a:schemeClr val="bg1"/>
                </a:solidFill>
                <a:latin typeface="Swis721 BT" panose="020B0504020202020204" pitchFamily="34" charset="0"/>
              </a:rPr>
              <a:t>2</a:t>
            </a:r>
            <a:r>
              <a:rPr lang="en-GB" sz="4800" dirty="0">
                <a:solidFill>
                  <a:schemeClr val="bg1"/>
                </a:solidFill>
                <a:latin typeface="Swis721 LtEx BT" panose="020B0505020202020204" pitchFamily="34" charset="0"/>
              </a:rPr>
              <a:t>learn</a:t>
            </a:r>
          </a:p>
        </p:txBody>
      </p:sp>
      <p:sp>
        <p:nvSpPr>
          <p:cNvPr id="10" name="Rectangle 2"/>
          <p:cNvSpPr>
            <a:spLocks noGrp="1" noChangeArrowheads="1"/>
          </p:cNvSpPr>
          <p:nvPr>
            <p:ph type="title"/>
          </p:nvPr>
        </p:nvSpPr>
        <p:spPr bwMode="auto">
          <a:xfrm>
            <a:off x="670984" y="1550743"/>
            <a:ext cx="6695016" cy="1304416"/>
          </a:xfrm>
          <a:prstGeom prst="rect">
            <a:avLst/>
          </a:prstGeom>
          <a:noFill/>
          <a:ln>
            <a:noFill/>
          </a:ln>
        </p:spPr>
        <p:txBody>
          <a:bodyPr vert="horz" wrap="square" lIns="91440" tIns="45720" rIns="91440" bIns="45720" numCol="1" anchor="t" anchorCtr="0" compatLnSpc="1">
            <a:prstTxWarp prst="textNoShape">
              <a:avLst/>
            </a:prstTxWarp>
          </a:bodyPr>
          <a:lstStyle>
            <a:lvl1pPr>
              <a:defRPr sz="3733">
                <a:solidFill>
                  <a:schemeClr val="bg1"/>
                </a:solidFill>
              </a:defRPr>
            </a:lvl1pPr>
          </a:lstStyle>
          <a:p>
            <a:pPr lvl="0"/>
            <a:r>
              <a:rPr lang="en-US" dirty="0"/>
              <a:t>Click to edit Master title style</a:t>
            </a:r>
          </a:p>
        </p:txBody>
      </p:sp>
    </p:spTree>
    <p:extLst>
      <p:ext uri="{BB962C8B-B14F-4D97-AF65-F5344CB8AC3E}">
        <p14:creationId xmlns:p14="http://schemas.microsoft.com/office/powerpoint/2010/main" val="3392743337"/>
      </p:ext>
    </p:extLst>
  </p:cSld>
  <p:clrMapOvr>
    <a:masterClrMapping/>
  </p:clrMapOvr>
  <p:extLst>
    <p:ext uri="{DCECCB84-F9BA-43D5-87BE-67443E8EF086}">
      <p15:sldGuideLst xmlns:p15="http://schemas.microsoft.com/office/powerpoint/2012/main">
        <p15:guide id="1" orient="horz" pos="3975"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F806F2-7230-413D-A9CD-B94449F22A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9A033BB-C9EE-4618-9B84-21E3EE6D1C0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1E37888-B4B7-419C-BCC0-EBF24FD5DA5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F5936E-8338-4FF0-A335-701F0F342296}" type="datetimeFigureOut">
              <a:rPr lang="en-GB" smtClean="0"/>
              <a:t>12/05/2022</a:t>
            </a:fld>
            <a:endParaRPr lang="en-GB"/>
          </a:p>
        </p:txBody>
      </p:sp>
      <p:sp>
        <p:nvSpPr>
          <p:cNvPr id="5" name="Footer Placeholder 4">
            <a:extLst>
              <a:ext uri="{FF2B5EF4-FFF2-40B4-BE49-F238E27FC236}">
                <a16:creationId xmlns:a16="http://schemas.microsoft.com/office/drawing/2014/main" id="{2CCAFD96-B711-4422-9D70-C2417700D65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31EC4C40-CAF9-4B2D-B1A5-C42A56B467A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3096219-CE3F-4E8B-ADB1-85C8BB496897}" type="slidenum">
              <a:rPr lang="en-GB" smtClean="0"/>
              <a:t>‹#›</a:t>
            </a:fld>
            <a:endParaRPr lang="en-GB"/>
          </a:p>
        </p:txBody>
      </p:sp>
    </p:spTree>
    <p:extLst>
      <p:ext uri="{BB962C8B-B14F-4D97-AF65-F5344CB8AC3E}">
        <p14:creationId xmlns:p14="http://schemas.microsoft.com/office/powerpoint/2010/main" val="22373319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p:cNvSpPr/>
          <p:nvPr userDrawn="1"/>
        </p:nvSpPr>
        <p:spPr>
          <a:xfrm>
            <a:off x="-31027" y="-1"/>
            <a:ext cx="12223027" cy="6237313"/>
          </a:xfrm>
          <a:prstGeom prst="rect">
            <a:avLst/>
          </a:prstGeom>
          <a:gradFill flip="none" rotWithShape="1">
            <a:gsLst>
              <a:gs pos="0">
                <a:srgbClr val="005B82"/>
              </a:gs>
              <a:gs pos="100000">
                <a:srgbClr val="00A1C1"/>
              </a:gs>
              <a:gs pos="100000">
                <a:schemeClr val="accent1">
                  <a:lumMod val="45000"/>
                  <a:lumOff val="55000"/>
                </a:schemeClr>
              </a:gs>
              <a:gs pos="100000">
                <a:schemeClr val="accent1">
                  <a:lumMod val="30000"/>
                  <a:lumOff val="7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GB" sz="1800"/>
          </a:p>
        </p:txBody>
      </p:sp>
      <p:sp>
        <p:nvSpPr>
          <p:cNvPr id="1026" name="Rectangle 2"/>
          <p:cNvSpPr>
            <a:spLocks noGrp="1" noChangeArrowheads="1"/>
          </p:cNvSpPr>
          <p:nvPr>
            <p:ph type="title"/>
          </p:nvPr>
        </p:nvSpPr>
        <p:spPr bwMode="auto">
          <a:xfrm>
            <a:off x="670984" y="433143"/>
            <a:ext cx="10860616" cy="1304416"/>
          </a:xfrm>
          <a:prstGeom prst="rect">
            <a:avLst/>
          </a:prstGeom>
          <a:noFill/>
          <a:ln>
            <a:noFill/>
          </a:ln>
        </p:spPr>
        <p:txBody>
          <a:bodyPr vert="horz" wrap="square" lIns="91440" tIns="45720" rIns="91440" bIns="45720" numCol="1" anchor="t" anchorCtr="0" compatLnSpc="1">
            <a:prstTxWarp prst="textNoShape">
              <a:avLst/>
            </a:prstTxWarp>
          </a:bodyPr>
          <a:lstStyle/>
          <a:p>
            <a:pPr lvl="0"/>
            <a:r>
              <a:rPr lang="en-US" dirty="0"/>
              <a:t>Click to edit Master title style</a:t>
            </a:r>
          </a:p>
        </p:txBody>
      </p:sp>
      <p:sp>
        <p:nvSpPr>
          <p:cNvPr id="1027" name="Rectangle 3"/>
          <p:cNvSpPr>
            <a:spLocks noGrp="1" noChangeArrowheads="1"/>
          </p:cNvSpPr>
          <p:nvPr>
            <p:ph type="body" idx="1"/>
          </p:nvPr>
        </p:nvSpPr>
        <p:spPr bwMode="auto">
          <a:xfrm>
            <a:off x="670984" y="2730501"/>
            <a:ext cx="10860616" cy="32057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p:cNvSpPr/>
          <p:nvPr/>
        </p:nvSpPr>
        <p:spPr>
          <a:xfrm>
            <a:off x="-31027" y="188640"/>
            <a:ext cx="558408" cy="60486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18" name="Picture 1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483397" y="6326212"/>
            <a:ext cx="2048203" cy="255837"/>
          </a:xfrm>
          <a:prstGeom prst="rect">
            <a:avLst/>
          </a:prstGeom>
        </p:spPr>
      </p:pic>
    </p:spTree>
    <p:extLst>
      <p:ext uri="{BB962C8B-B14F-4D97-AF65-F5344CB8AC3E}">
        <p14:creationId xmlns:p14="http://schemas.microsoft.com/office/powerpoint/2010/main" val="3386897121"/>
      </p:ext>
    </p:extLst>
  </p:cSld>
  <p:clrMap bg1="lt1" tx1="dk1" bg2="lt2" tx2="dk2" accent1="accent1" accent2="accent2" accent3="accent3" accent4="accent4" accent5="accent5" accent6="accent6" hlink="hlink" folHlink="folHlink"/>
  <p:sldLayoutIdLst>
    <p:sldLayoutId id="2147483724" r:id="rId1"/>
  </p:sldLayoutIdLst>
  <p:transition spd="slow"/>
  <p:txStyles>
    <p:titleStyle>
      <a:lvl1pPr algn="l" rtl="0" eaLnBrk="1" fontAlgn="base" hangingPunct="1">
        <a:spcBef>
          <a:spcPct val="0"/>
        </a:spcBef>
        <a:spcAft>
          <a:spcPct val="0"/>
        </a:spcAft>
        <a:defRPr sz="2700" b="0">
          <a:solidFill>
            <a:schemeClr val="tx1"/>
          </a:solidFill>
          <a:latin typeface="+mj-lt"/>
          <a:ea typeface="+mj-ea"/>
          <a:cs typeface="Arial" panose="020B0604020202020204" pitchFamily="34" charset="0"/>
        </a:defRPr>
      </a:lvl1pPr>
      <a:lvl2pPr algn="l" rtl="0" eaLnBrk="1" fontAlgn="base" hangingPunct="1">
        <a:spcBef>
          <a:spcPct val="0"/>
        </a:spcBef>
        <a:spcAft>
          <a:spcPct val="0"/>
        </a:spcAft>
        <a:defRPr sz="2700" b="1">
          <a:solidFill>
            <a:schemeClr val="bg1"/>
          </a:solidFill>
          <a:latin typeface="Bliss 2 Regular" pitchFamily="50" charset="0"/>
        </a:defRPr>
      </a:lvl2pPr>
      <a:lvl3pPr algn="l" rtl="0" eaLnBrk="1" fontAlgn="base" hangingPunct="1">
        <a:spcBef>
          <a:spcPct val="0"/>
        </a:spcBef>
        <a:spcAft>
          <a:spcPct val="0"/>
        </a:spcAft>
        <a:defRPr sz="2700" b="1">
          <a:solidFill>
            <a:schemeClr val="bg1"/>
          </a:solidFill>
          <a:latin typeface="Bliss 2 Regular" pitchFamily="50" charset="0"/>
        </a:defRPr>
      </a:lvl3pPr>
      <a:lvl4pPr algn="l" rtl="0" eaLnBrk="1" fontAlgn="base" hangingPunct="1">
        <a:spcBef>
          <a:spcPct val="0"/>
        </a:spcBef>
        <a:spcAft>
          <a:spcPct val="0"/>
        </a:spcAft>
        <a:defRPr sz="2700" b="1">
          <a:solidFill>
            <a:schemeClr val="bg1"/>
          </a:solidFill>
          <a:latin typeface="Bliss 2 Regular" pitchFamily="50" charset="0"/>
        </a:defRPr>
      </a:lvl4pPr>
      <a:lvl5pPr algn="l" rtl="0" eaLnBrk="1" fontAlgn="base" hangingPunct="1">
        <a:spcBef>
          <a:spcPct val="0"/>
        </a:spcBef>
        <a:spcAft>
          <a:spcPct val="0"/>
        </a:spcAft>
        <a:defRPr sz="2700" b="1">
          <a:solidFill>
            <a:schemeClr val="bg1"/>
          </a:solidFill>
          <a:latin typeface="Bliss 2 Regular" pitchFamily="50" charset="0"/>
        </a:defRPr>
      </a:lvl5pPr>
      <a:lvl6pPr marL="342900" algn="ctr" rtl="0" eaLnBrk="1" fontAlgn="base" hangingPunct="1">
        <a:spcBef>
          <a:spcPct val="0"/>
        </a:spcBef>
        <a:spcAft>
          <a:spcPct val="0"/>
        </a:spcAft>
        <a:defRPr sz="3000" b="1">
          <a:solidFill>
            <a:schemeClr val="bg1"/>
          </a:solidFill>
          <a:latin typeface="Bliss 2 Regular" pitchFamily="50" charset="0"/>
        </a:defRPr>
      </a:lvl6pPr>
      <a:lvl7pPr marL="685800" algn="ctr" rtl="0" eaLnBrk="1" fontAlgn="base" hangingPunct="1">
        <a:spcBef>
          <a:spcPct val="0"/>
        </a:spcBef>
        <a:spcAft>
          <a:spcPct val="0"/>
        </a:spcAft>
        <a:defRPr sz="3000" b="1">
          <a:solidFill>
            <a:schemeClr val="bg1"/>
          </a:solidFill>
          <a:latin typeface="Bliss 2 Regular" pitchFamily="50" charset="0"/>
        </a:defRPr>
      </a:lvl7pPr>
      <a:lvl8pPr marL="1028700" algn="ctr" rtl="0" eaLnBrk="1" fontAlgn="base" hangingPunct="1">
        <a:spcBef>
          <a:spcPct val="0"/>
        </a:spcBef>
        <a:spcAft>
          <a:spcPct val="0"/>
        </a:spcAft>
        <a:defRPr sz="3000" b="1">
          <a:solidFill>
            <a:schemeClr val="bg1"/>
          </a:solidFill>
          <a:latin typeface="Bliss 2 Regular" pitchFamily="50" charset="0"/>
        </a:defRPr>
      </a:lvl8pPr>
      <a:lvl9pPr marL="1371600" algn="ctr" rtl="0" eaLnBrk="1" fontAlgn="base" hangingPunct="1">
        <a:spcBef>
          <a:spcPct val="0"/>
        </a:spcBef>
        <a:spcAft>
          <a:spcPct val="0"/>
        </a:spcAft>
        <a:defRPr sz="3000" b="1">
          <a:solidFill>
            <a:schemeClr val="bg1"/>
          </a:solidFill>
          <a:latin typeface="Bliss 2 Regular" pitchFamily="50" charset="0"/>
        </a:defRPr>
      </a:lvl9pPr>
    </p:titleStyle>
    <p:bodyStyle>
      <a:lvl1pPr marL="0" indent="0" algn="l" rtl="0" eaLnBrk="1" fontAlgn="base" hangingPunct="1">
        <a:spcBef>
          <a:spcPct val="20000"/>
        </a:spcBef>
        <a:spcAft>
          <a:spcPct val="0"/>
        </a:spcAft>
        <a:buFont typeface="Verdana" panose="020B0604030504040204" pitchFamily="34" charset="0"/>
        <a:buNone/>
        <a:defRPr sz="1500">
          <a:solidFill>
            <a:schemeClr val="tx1"/>
          </a:solidFill>
          <a:latin typeface="+mj-lt"/>
          <a:ea typeface="+mn-ea"/>
          <a:cs typeface="+mn-cs"/>
        </a:defRPr>
      </a:lvl1pPr>
      <a:lvl2pPr marL="600075" indent="-257175" algn="l" rtl="0" eaLnBrk="1" fontAlgn="base" hangingPunct="1">
        <a:spcBef>
          <a:spcPct val="20000"/>
        </a:spcBef>
        <a:spcAft>
          <a:spcPct val="0"/>
        </a:spcAft>
        <a:buFont typeface="Arial" panose="020B0604020202020204" pitchFamily="34" charset="0"/>
        <a:buChar char="•"/>
        <a:defRPr sz="1500">
          <a:solidFill>
            <a:schemeClr val="tx1"/>
          </a:solidFill>
          <a:latin typeface="+mj-lt"/>
        </a:defRPr>
      </a:lvl2pPr>
      <a:lvl3pPr marL="942975" indent="-257175" algn="l" rtl="0" eaLnBrk="1" fontAlgn="base" hangingPunct="1">
        <a:spcBef>
          <a:spcPct val="20000"/>
        </a:spcBef>
        <a:spcAft>
          <a:spcPct val="0"/>
        </a:spcAft>
        <a:buFont typeface="Arial" panose="020B0604020202020204" pitchFamily="34" charset="0"/>
        <a:buChar char="•"/>
        <a:defRPr sz="1500">
          <a:solidFill>
            <a:schemeClr val="tx1"/>
          </a:solidFill>
          <a:latin typeface="+mj-lt"/>
        </a:defRPr>
      </a:lvl3pPr>
      <a:lvl4pPr marL="1200150" indent="-171450" algn="l" rtl="0" eaLnBrk="1" fontAlgn="base" hangingPunct="1">
        <a:spcBef>
          <a:spcPct val="20000"/>
        </a:spcBef>
        <a:spcAft>
          <a:spcPct val="0"/>
        </a:spcAft>
        <a:buChar char="–"/>
        <a:defRPr sz="1500">
          <a:solidFill>
            <a:schemeClr val="tx1"/>
          </a:solidFill>
          <a:latin typeface="+mj-lt"/>
        </a:defRPr>
      </a:lvl4pPr>
      <a:lvl5pPr marL="1543050" indent="-171450" algn="l" rtl="0" eaLnBrk="1" fontAlgn="base" hangingPunct="1">
        <a:spcBef>
          <a:spcPct val="20000"/>
        </a:spcBef>
        <a:spcAft>
          <a:spcPct val="0"/>
        </a:spcAft>
        <a:buChar char="»"/>
        <a:defRPr sz="1500">
          <a:solidFill>
            <a:schemeClr val="tx1"/>
          </a:solidFill>
          <a:latin typeface="+mj-lt"/>
        </a:defRPr>
      </a:lvl5pPr>
      <a:lvl6pPr marL="1885950" indent="-171450" algn="l" rtl="0" eaLnBrk="1" fontAlgn="base" hangingPunct="1">
        <a:spcBef>
          <a:spcPct val="20000"/>
        </a:spcBef>
        <a:spcAft>
          <a:spcPct val="0"/>
        </a:spcAft>
        <a:buChar char="»"/>
        <a:defRPr sz="1500">
          <a:solidFill>
            <a:schemeClr val="tx1"/>
          </a:solidFill>
          <a:latin typeface="+mn-lt"/>
        </a:defRPr>
      </a:lvl6pPr>
      <a:lvl7pPr marL="2228850" indent="-171450" algn="l" rtl="0" eaLnBrk="1" fontAlgn="base" hangingPunct="1">
        <a:spcBef>
          <a:spcPct val="20000"/>
        </a:spcBef>
        <a:spcAft>
          <a:spcPct val="0"/>
        </a:spcAft>
        <a:buChar char="»"/>
        <a:defRPr sz="1500">
          <a:solidFill>
            <a:schemeClr val="tx1"/>
          </a:solidFill>
          <a:latin typeface="+mn-lt"/>
        </a:defRPr>
      </a:lvl7pPr>
      <a:lvl8pPr marL="2571750" indent="-171450" algn="l" rtl="0" eaLnBrk="1" fontAlgn="base" hangingPunct="1">
        <a:spcBef>
          <a:spcPct val="20000"/>
        </a:spcBef>
        <a:spcAft>
          <a:spcPct val="0"/>
        </a:spcAft>
        <a:buChar char="»"/>
        <a:defRPr sz="1500">
          <a:solidFill>
            <a:schemeClr val="tx1"/>
          </a:solidFill>
          <a:latin typeface="+mn-lt"/>
        </a:defRPr>
      </a:lvl8pPr>
      <a:lvl9pPr marL="2914650" indent="-171450" algn="l" rtl="0" eaLnBrk="1" fontAlgn="base" hangingPunct="1">
        <a:spcBef>
          <a:spcPct val="20000"/>
        </a:spcBef>
        <a:spcAft>
          <a:spcPct val="0"/>
        </a:spcAft>
        <a:buChar char="»"/>
        <a:defRPr sz="1500">
          <a:solidFill>
            <a:schemeClr val="tx1"/>
          </a:solidFill>
          <a:latin typeface="+mn-lt"/>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01" userDrawn="1">
          <p15:clr>
            <a:srgbClr val="F26B43"/>
          </p15:clr>
        </p15:guide>
        <p15:guide id="2" pos="42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8AF1784-4500-4A9B-AFCD-A4F8F4951BD2}"/>
              </a:ext>
            </a:extLst>
          </p:cNvPr>
          <p:cNvSpPr>
            <a:spLocks noGrp="1"/>
          </p:cNvSpPr>
          <p:nvPr>
            <p:ph type="title"/>
          </p:nvPr>
        </p:nvSpPr>
        <p:spPr>
          <a:xfrm>
            <a:off x="7160217" y="0"/>
            <a:ext cx="5212516" cy="1021293"/>
          </a:xfrm>
        </p:spPr>
        <p:txBody>
          <a:bodyPr>
            <a:normAutofit/>
          </a:bodyPr>
          <a:lstStyle/>
          <a:p>
            <a:br>
              <a:rPr lang="en-GB" sz="2000" dirty="0"/>
            </a:br>
            <a:r>
              <a:rPr lang="en-GB" sz="2000" dirty="0"/>
              <a:t>Certificate in Cyber Security Practices (L3)</a:t>
            </a:r>
            <a:br>
              <a:rPr lang="en-GB" sz="2000" dirty="0"/>
            </a:br>
            <a:r>
              <a:rPr lang="en-GB" sz="2000" dirty="0"/>
              <a:t>Unit 3 - Session 2</a:t>
            </a:r>
          </a:p>
        </p:txBody>
      </p:sp>
      <p:sp>
        <p:nvSpPr>
          <p:cNvPr id="9" name="TextBox 8">
            <a:extLst>
              <a:ext uri="{FF2B5EF4-FFF2-40B4-BE49-F238E27FC236}">
                <a16:creationId xmlns:a16="http://schemas.microsoft.com/office/drawing/2014/main" id="{2A120B8C-9E63-493B-A86F-7A6BEA83BAE8}"/>
              </a:ext>
            </a:extLst>
          </p:cNvPr>
          <p:cNvSpPr txBox="1"/>
          <p:nvPr/>
        </p:nvSpPr>
        <p:spPr>
          <a:xfrm>
            <a:off x="733507" y="1343169"/>
            <a:ext cx="10910806" cy="4493538"/>
          </a:xfrm>
          <a:prstGeom prst="rect">
            <a:avLst/>
          </a:prstGeom>
          <a:noFill/>
        </p:spPr>
        <p:txBody>
          <a:bodyPr wrap="square">
            <a:spAutoFit/>
          </a:bodyPr>
          <a:lstStyle/>
          <a:p>
            <a:pPr algn="l"/>
            <a:r>
              <a:rPr lang="en-GB" sz="2000" dirty="0">
                <a:solidFill>
                  <a:schemeClr val="bg1"/>
                </a:solidFill>
              </a:rPr>
              <a:t>You will have read the case study for Grange Road Secondary School on page 2 (session 2) of the course content and be aware of the vulnerabilities that have been identified within the school. </a:t>
            </a:r>
          </a:p>
          <a:p>
            <a:pPr algn="l"/>
            <a:endParaRPr lang="en-GB" sz="2200" dirty="0">
              <a:solidFill>
                <a:schemeClr val="bg1"/>
              </a:solidFill>
            </a:endParaRPr>
          </a:p>
          <a:p>
            <a:pPr algn="l"/>
            <a:r>
              <a:rPr lang="en-GB" sz="2200" dirty="0">
                <a:solidFill>
                  <a:schemeClr val="bg1"/>
                </a:solidFill>
              </a:rPr>
              <a:t>Use this document to:</a:t>
            </a:r>
          </a:p>
          <a:p>
            <a:pPr marL="457200" indent="-457200" algn="l">
              <a:buAutoNum type="alphaLcParenR"/>
            </a:pPr>
            <a:r>
              <a:rPr lang="en-GB" sz="2200" dirty="0">
                <a:solidFill>
                  <a:schemeClr val="bg1"/>
                </a:solidFill>
              </a:rPr>
              <a:t>Produce a flow chart that demonstrates the steps to be taken for the vulnerabilities. You must include the policies/procedures that should be referred to within the steps [2.2]</a:t>
            </a:r>
          </a:p>
          <a:p>
            <a:pPr marL="457200" indent="-457200" algn="l">
              <a:buFont typeface="Arial" panose="020B0604020202020204" pitchFamily="34" charset="0"/>
              <a:buAutoNum type="alphaLcParenR"/>
            </a:pPr>
            <a:r>
              <a:rPr lang="en-GB" sz="2200" dirty="0">
                <a:solidFill>
                  <a:schemeClr val="bg1"/>
                </a:solidFill>
              </a:rPr>
              <a:t>Describe how you will apply the correct response to the vulnerabilities [2.3]</a:t>
            </a:r>
          </a:p>
          <a:p>
            <a:pPr marL="457200" indent="-457200" algn="l">
              <a:buFont typeface="Arial" panose="020B0604020202020204" pitchFamily="34" charset="0"/>
              <a:buAutoNum type="alphaLcParenR"/>
            </a:pPr>
            <a:r>
              <a:rPr lang="en-GB" sz="2200" dirty="0">
                <a:solidFill>
                  <a:schemeClr val="bg1"/>
                </a:solidFill>
              </a:rPr>
              <a:t>Develop an appropriate communication to mitigate future vulnerabilities [2.4]</a:t>
            </a:r>
          </a:p>
          <a:p>
            <a:pPr marL="457200" indent="-457200" algn="l">
              <a:buFont typeface="Arial" panose="020B0604020202020204" pitchFamily="34" charset="0"/>
              <a:buAutoNum type="alphaLcParenR"/>
            </a:pPr>
            <a:endParaRPr lang="en-GB" sz="2200" dirty="0">
              <a:solidFill>
                <a:schemeClr val="bg1"/>
              </a:solidFill>
            </a:endParaRPr>
          </a:p>
          <a:p>
            <a:pPr algn="l"/>
            <a:r>
              <a:rPr lang="en-GB" sz="2000" dirty="0">
                <a:solidFill>
                  <a:schemeClr val="bg1"/>
                </a:solidFill>
              </a:rPr>
              <a:t>The following slides are provided for each of the above. You may insert additional slides and amend the layout as you wish. </a:t>
            </a:r>
          </a:p>
        </p:txBody>
      </p:sp>
    </p:spTree>
    <p:extLst>
      <p:ext uri="{BB962C8B-B14F-4D97-AF65-F5344CB8AC3E}">
        <p14:creationId xmlns:p14="http://schemas.microsoft.com/office/powerpoint/2010/main" val="4135287089"/>
      </p:ext>
    </p:extLst>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85C911-E9E4-4FE6-9989-ADFDF6660D34}"/>
              </a:ext>
            </a:extLst>
          </p:cNvPr>
          <p:cNvSpPr>
            <a:spLocks noGrp="1"/>
          </p:cNvSpPr>
          <p:nvPr>
            <p:ph type="title"/>
          </p:nvPr>
        </p:nvSpPr>
        <p:spPr>
          <a:xfrm>
            <a:off x="838200" y="365125"/>
            <a:ext cx="10357884" cy="1525668"/>
          </a:xfrm>
        </p:spPr>
        <p:txBody>
          <a:bodyPr>
            <a:noAutofit/>
          </a:bodyPr>
          <a:lstStyle/>
          <a:p>
            <a:pPr algn="l"/>
            <a:r>
              <a:rPr lang="en-GB" sz="2000" b="1" dirty="0"/>
              <a:t>a) Produce a flow chart that demonstrates the steps to be taken for the vulnerabilities. Remember to include the policies/procedures that should be referred to with the steps. </a:t>
            </a:r>
            <a:br>
              <a:rPr lang="en-GB" sz="2000" dirty="0"/>
            </a:br>
            <a:r>
              <a:rPr lang="en-GB" sz="2000" dirty="0"/>
              <a:t>(for instructions on completing a flow chart, refer to the webinar at the end of session 2 within the course content. By clicking on insert, shapes and flowchart on the tabs above you will find the symbols that you need)</a:t>
            </a:r>
          </a:p>
        </p:txBody>
      </p:sp>
    </p:spTree>
    <p:extLst>
      <p:ext uri="{BB962C8B-B14F-4D97-AF65-F5344CB8AC3E}">
        <p14:creationId xmlns:p14="http://schemas.microsoft.com/office/powerpoint/2010/main" val="9863410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D6F3E28-F83E-4CE3-832F-81212B858E5E}"/>
              </a:ext>
            </a:extLst>
          </p:cNvPr>
          <p:cNvSpPr>
            <a:spLocks noGrp="1"/>
          </p:cNvSpPr>
          <p:nvPr>
            <p:ph type="title"/>
          </p:nvPr>
        </p:nvSpPr>
        <p:spPr>
          <a:xfrm>
            <a:off x="838200" y="365126"/>
            <a:ext cx="10515600" cy="496112"/>
          </a:xfrm>
        </p:spPr>
        <p:txBody>
          <a:bodyPr>
            <a:normAutofit/>
          </a:bodyPr>
          <a:lstStyle/>
          <a:p>
            <a:r>
              <a:rPr lang="en-GB" sz="2000" b="1" dirty="0"/>
              <a:t>b) Use this slide to write about how the correct response to the vulnerabilities will be applied </a:t>
            </a:r>
          </a:p>
        </p:txBody>
      </p:sp>
      <p:sp>
        <p:nvSpPr>
          <p:cNvPr id="4" name="Content Placeholder 3">
            <a:extLst>
              <a:ext uri="{FF2B5EF4-FFF2-40B4-BE49-F238E27FC236}">
                <a16:creationId xmlns:a16="http://schemas.microsoft.com/office/drawing/2014/main" id="{5431E0B7-BDA3-4F7E-91CD-E4DD2AA4CEF1}"/>
              </a:ext>
            </a:extLst>
          </p:cNvPr>
          <p:cNvSpPr>
            <a:spLocks noGrp="1"/>
          </p:cNvSpPr>
          <p:nvPr>
            <p:ph idx="1"/>
          </p:nvPr>
        </p:nvSpPr>
        <p:spPr>
          <a:xfrm>
            <a:off x="838200" y="1010093"/>
            <a:ext cx="10515600" cy="5166870"/>
          </a:xfrm>
        </p:spPr>
        <p:txBody>
          <a:bodyPr>
            <a:normAutofit/>
          </a:bodyPr>
          <a:lstStyle/>
          <a:p>
            <a:endParaRPr lang="en-GB" sz="1600" dirty="0"/>
          </a:p>
        </p:txBody>
      </p:sp>
    </p:spTree>
    <p:extLst>
      <p:ext uri="{BB962C8B-B14F-4D97-AF65-F5344CB8AC3E}">
        <p14:creationId xmlns:p14="http://schemas.microsoft.com/office/powerpoint/2010/main" val="1662045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D6F3E28-F83E-4CE3-832F-81212B858E5E}"/>
              </a:ext>
            </a:extLst>
          </p:cNvPr>
          <p:cNvSpPr>
            <a:spLocks noGrp="1"/>
          </p:cNvSpPr>
          <p:nvPr>
            <p:ph type="title"/>
          </p:nvPr>
        </p:nvSpPr>
        <p:spPr>
          <a:xfrm>
            <a:off x="838200" y="365126"/>
            <a:ext cx="10515600" cy="496112"/>
          </a:xfrm>
        </p:spPr>
        <p:txBody>
          <a:bodyPr>
            <a:noAutofit/>
          </a:bodyPr>
          <a:lstStyle/>
          <a:p>
            <a:r>
              <a:rPr lang="en-GB" sz="2000" b="1" dirty="0"/>
              <a:t>c) Use this slide to develop an appropriate communication to mitigate future vulnerabilities. This may be to staff, pupils or both and can be any format that you choose e.g. email, leaflet or report.  </a:t>
            </a:r>
          </a:p>
        </p:txBody>
      </p:sp>
      <p:sp>
        <p:nvSpPr>
          <p:cNvPr id="4" name="Content Placeholder 3">
            <a:extLst>
              <a:ext uri="{FF2B5EF4-FFF2-40B4-BE49-F238E27FC236}">
                <a16:creationId xmlns:a16="http://schemas.microsoft.com/office/drawing/2014/main" id="{5431E0B7-BDA3-4F7E-91CD-E4DD2AA4CEF1}"/>
              </a:ext>
            </a:extLst>
          </p:cNvPr>
          <p:cNvSpPr>
            <a:spLocks noGrp="1"/>
          </p:cNvSpPr>
          <p:nvPr>
            <p:ph idx="1"/>
          </p:nvPr>
        </p:nvSpPr>
        <p:spPr>
          <a:xfrm>
            <a:off x="838200" y="1010093"/>
            <a:ext cx="10515600" cy="5166870"/>
          </a:xfrm>
        </p:spPr>
        <p:txBody>
          <a:bodyPr>
            <a:normAutofit/>
          </a:bodyPr>
          <a:lstStyle/>
          <a:p>
            <a:endParaRPr lang="en-GB" sz="1600" dirty="0"/>
          </a:p>
        </p:txBody>
      </p:sp>
    </p:spTree>
    <p:extLst>
      <p:ext uri="{BB962C8B-B14F-4D97-AF65-F5344CB8AC3E}">
        <p14:creationId xmlns:p14="http://schemas.microsoft.com/office/powerpoint/2010/main" val="2001560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204009" y="1137168"/>
            <a:ext cx="11783981" cy="4958831"/>
          </a:xfrm>
        </p:spPr>
        <p:txBody>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lgn="ctr"/>
            <a:br>
              <a:rPr lang="en-GB" sz="3200" dirty="0">
                <a:solidFill>
                  <a:schemeClr val="bg1"/>
                </a:solidFill>
              </a:rPr>
            </a:br>
            <a:r>
              <a:rPr lang="en-GB" sz="3200" dirty="0">
                <a:solidFill>
                  <a:schemeClr val="bg1"/>
                </a:solidFill>
              </a:rPr>
              <a:t>Finally check that you’ve included </a:t>
            </a:r>
            <a:r>
              <a:rPr lang="en-GB" sz="3200" b="1" dirty="0">
                <a:solidFill>
                  <a:schemeClr val="bg1"/>
                </a:solidFill>
              </a:rPr>
              <a:t>all</a:t>
            </a:r>
            <a:r>
              <a:rPr lang="en-GB" sz="3200" dirty="0">
                <a:solidFill>
                  <a:schemeClr val="bg1"/>
                </a:solidFill>
              </a:rPr>
              <a:t> of the information needed for each learning outcome, including the policies/procedures within the flow chart steps</a:t>
            </a:r>
            <a:br>
              <a:rPr lang="en-GB" sz="4400" dirty="0">
                <a:solidFill>
                  <a:schemeClr val="bg1"/>
                </a:solidFill>
              </a:rPr>
            </a:br>
            <a:br>
              <a:rPr lang="en-GB" sz="4400" dirty="0">
                <a:solidFill>
                  <a:schemeClr val="bg1"/>
                </a:solidFill>
              </a:rPr>
            </a:br>
            <a:br>
              <a:rPr lang="en-GB" sz="3600" dirty="0">
                <a:solidFill>
                  <a:schemeClr val="bg1"/>
                </a:solidFill>
              </a:rPr>
            </a:br>
            <a:r>
              <a:rPr lang="en-GB" sz="3600" dirty="0">
                <a:solidFill>
                  <a:schemeClr val="bg1"/>
                </a:solidFill>
              </a:rPr>
              <a:t>Save your work and upload this document along with your unit 3 assessment when ready. </a:t>
            </a:r>
            <a:br>
              <a:rPr lang="en-GB" dirty="0"/>
            </a:br>
            <a:endParaRPr lang="en-GB" dirty="0"/>
          </a:p>
        </p:txBody>
      </p:sp>
    </p:spTree>
    <p:extLst>
      <p:ext uri="{BB962C8B-B14F-4D97-AF65-F5344CB8AC3E}">
        <p14:creationId xmlns:p14="http://schemas.microsoft.com/office/powerpoint/2010/main" val="477107938"/>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Capita">
  <a:themeElements>
    <a:clrScheme name="Custom 16">
      <a:dk1>
        <a:srgbClr val="505253"/>
      </a:dk1>
      <a:lt1>
        <a:srgbClr val="FFFFFF"/>
      </a:lt1>
      <a:dk2>
        <a:srgbClr val="000000"/>
      </a:dk2>
      <a:lt2>
        <a:srgbClr val="FFFFFF"/>
      </a:lt2>
      <a:accent1>
        <a:srgbClr val="01A1C1"/>
      </a:accent1>
      <a:accent2>
        <a:srgbClr val="7AB800"/>
      </a:accent2>
      <a:accent3>
        <a:srgbClr val="91004B"/>
      </a:accent3>
      <a:accent4>
        <a:srgbClr val="CA005D"/>
      </a:accent4>
      <a:accent5>
        <a:srgbClr val="005B82"/>
      </a:accent5>
      <a:accent6>
        <a:srgbClr val="4F2683"/>
      </a:accent6>
      <a:hlink>
        <a:srgbClr val="009999"/>
      </a:hlink>
      <a:folHlink>
        <a:srgbClr val="99CC00"/>
      </a:folHlink>
    </a:clrScheme>
    <a:fontScheme name="capita">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2_Custom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2_Custom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2_Custom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2_Custom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2_Custom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2_Custom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2_Custom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2_Custom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2_Custom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2_Custom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2_Custom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2_Custom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apita" id="{DED1C81B-8B02-40F7-8A8D-76A65F3916FC}" vid="{A8F1A111-DE89-4DAB-A7C0-F4D95043B122}"/>
    </a:ext>
  </a:extLst>
</a:theme>
</file>

<file path=docProps/app.xml><?xml version="1.0" encoding="utf-8"?>
<Properties xmlns="http://schemas.openxmlformats.org/officeDocument/2006/extended-properties" xmlns:vt="http://schemas.openxmlformats.org/officeDocument/2006/docPropsVTypes">
  <TotalTime>307</TotalTime>
  <Words>324</Words>
  <Application>Microsoft Office PowerPoint</Application>
  <PresentationFormat>Widescreen</PresentationFormat>
  <Paragraphs>13</Paragraphs>
  <Slides>5</Slides>
  <Notes>0</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5</vt:i4>
      </vt:variant>
    </vt:vector>
  </HeadingPairs>
  <TitlesOfParts>
    <vt:vector size="14" baseType="lpstr">
      <vt:lpstr>Arial</vt:lpstr>
      <vt:lpstr>Bliss 2 Regular</vt:lpstr>
      <vt:lpstr>Calibri</vt:lpstr>
      <vt:lpstr>Calibri Light</vt:lpstr>
      <vt:lpstr>Swis721 BT</vt:lpstr>
      <vt:lpstr>Swis721 LtEx BT</vt:lpstr>
      <vt:lpstr>Verdana</vt:lpstr>
      <vt:lpstr>Office Theme</vt:lpstr>
      <vt:lpstr>1_Capita</vt:lpstr>
      <vt:lpstr> Certificate in Cyber Security Practices (L3) Unit 3 - Session 2</vt:lpstr>
      <vt:lpstr>a) Produce a flow chart that demonstrates the steps to be taken for the vulnerabilities. Remember to include the policies/procedures that should be referred to with the steps.  (for instructions on completing a flow chart, refer to the webinar at the end of session 2 within the course content. By clicking on insert, shapes and flowchart on the tabs above you will find the symbols that you need)</vt:lpstr>
      <vt:lpstr>b) Use this slide to write about how the correct response to the vulnerabilities will be applied </vt:lpstr>
      <vt:lpstr>c) Use this slide to develop an appropriate communication to mitigate future vulnerabilities. This may be to staff, pupils or both and can be any format that you choose e.g. email, leaflet or report.  </vt:lpstr>
      <vt:lpstr> Finally check that you’ve included all of the information needed for each learning outcome, including the policies/procedures within the flow chart steps   Save your work and upload this document along with your unit 3 assessment when ready.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Certificate in Cyber Security Practices (L3) Unit 4 - Session 2</dc:title>
  <dc:creator>Matthews, Jennifer (Capita Learning)</dc:creator>
  <cp:lastModifiedBy>Matthews, Jennifer (Capita Learning)</cp:lastModifiedBy>
  <cp:revision>11</cp:revision>
  <dcterms:created xsi:type="dcterms:W3CDTF">2022-04-05T14:20:22Z</dcterms:created>
  <dcterms:modified xsi:type="dcterms:W3CDTF">2022-05-12T13:47:10Z</dcterms:modified>
</cp:coreProperties>
</file>