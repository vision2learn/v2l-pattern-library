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  <p:sldMasterId id="2147483779" r:id="rId2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48</c:v>
                </c:pt>
                <c:pt idx="2">
                  <c:v>51</c:v>
                </c:pt>
                <c:pt idx="3">
                  <c:v>74</c:v>
                </c:pt>
                <c:pt idx="4">
                  <c:v>96</c:v>
                </c:pt>
                <c:pt idx="5">
                  <c:v>113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E2-49F0-BA2D-13F4642111B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64309664"/>
        <c:axId val="411798368"/>
      </c:lineChart>
      <c:catAx>
        <c:axId val="564309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411798368"/>
        <c:crosses val="autoZero"/>
        <c:auto val="1"/>
        <c:lblAlgn val="ctr"/>
        <c:lblOffset val="100"/>
        <c:noMultiLvlLbl val="0"/>
      </c:catAx>
      <c:valAx>
        <c:axId val="411798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64309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429CF0-9D7D-4374-ACB0-CE4572A4B7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4064E-D1B2-4B23-A8E9-FE05CDC960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BBCA3-C4E9-48F8-BA9B-EBE67377F671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854E2-EB24-4C52-AD59-1A0C12CB19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0FFC9-FFFD-4307-B0BE-87AFD99D20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5F352-3151-46BC-874A-FE4AF210E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51115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F99BF-CEC1-4FEE-8034-151470C10F2D}" type="datetimeFigureOut">
              <a:rPr lang="en-GB" smtClean="0"/>
              <a:t>16/06/2020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A870E-FBF4-472C-A4A6-5CF891B13E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46995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1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0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8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3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9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4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48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3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91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3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21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43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252A4-FC27-444D-8AA0-B9A8DA48F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7CBEC-DD22-DA45-9DF6-F55F0A286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32A36-6319-C044-9A4D-4EE8ED9A4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6/16/20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73017-D5FC-D14E-9FF9-858C64923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AB1EF-31B5-A246-9694-F878678E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508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01D5E-9047-B84C-9F52-67C2E56E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5E60F-AD17-874E-ACC9-38538AA37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89D93-E278-5549-A184-E846DC21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6/16/20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4B018-5FE3-B045-A76B-A749CEE8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F7C09-19F3-274D-9595-E63A35B8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63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8FD9-8364-A84B-8257-3937C3AF3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BD59F-B1A8-DA42-8C6E-21326CD25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AA667-485D-F54D-A53A-076AE200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6/16/20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6F561-CEE6-104F-AE6D-C3DDC2BF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55FAA-9F62-AA40-81CD-21C42C82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97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DD50-95CF-2C47-8D64-370D34151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8BD3F-74F1-304A-BFEC-3615C4C1E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234FB-6CCD-DE47-9D1E-89B5F8AF0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91DE2-B615-3746-BC17-00183897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6/16/20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F1D04-C473-0740-B74A-827408E68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5F748-9DAC-F742-97D5-E18E562A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05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E896-AD15-5D4D-B638-ED4A95847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71911-6AA5-9247-9C87-6C8130DFD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894D4-F6F6-9D48-8D57-A4542E832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298B53-0D1F-7D49-AB1F-23BA75DFC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55A5D-E126-AF4C-BFD7-10A58514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4184-7D4E-BE4E-84CD-7C4F646E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6/16/20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A3E917-A45B-394D-BA66-98BC5D2E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3DDE13-7B78-114D-88DE-9C897164C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67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CAC5-59B9-C14C-AA5A-B72DD2031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7DFB6D-4893-5943-90EC-93B0C755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6/16/20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0D062-00B1-4C44-BFC5-72338FFE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C1009-C9EC-0A47-ABAF-C19C65CD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872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245D96-1EB5-6F4C-8273-A9E19CA3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6/16/20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6DF6E-B138-5847-90ED-9B5C0A67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D1778-4CD6-0B43-9B26-A8454CD7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53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1568-F6F3-9149-9372-A6DA5B512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242C-E507-7446-A817-01D098AAB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B1333-E3D0-D74B-9097-029FD937C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D2988-4805-8A49-9D6B-54C42272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6/16/20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8736C-FA48-2449-A6F7-07D42ED7E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9654B-963F-6F4B-8101-45B24EEC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879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AB382-C51C-7046-AFA8-6071C5571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53CB2D-2710-9545-A4A0-4E18552A1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4496A-CB66-F34E-B85B-785E0CF7E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143A4-EDEE-4745-A53F-9DD55589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6/16/20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75E2F-7EE5-3B45-9FCB-4FEC0355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DE82B-0EAD-7E40-B822-1AE859814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304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CAC1F-41BE-8C4F-9E92-2C55C1D3F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A555B-F525-324A-A7B8-C23B6F825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8C13F-2BA7-7949-9891-7E2245AA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6/16/20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C1EBC-5AAC-3141-8B16-95345B03E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8FE12-85BE-9946-A009-D60776FE9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60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9F6613-771A-5F44-B2AB-95B1209D0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65F15-6733-1644-B2E9-808EDCC70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4904F-08E3-CA4E-A5C5-EDFA3AAF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6/16/20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C5DC5-C2CF-DE49-8730-33C3BE1F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B2E46-9BAB-824F-8B68-154A455D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3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6/16/20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7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2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1FC4D8-DAB8-A247-AFB3-1295EF46F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32299-41B7-B44D-BF6C-BA4A3A28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6AD77-F302-6149-BFC4-683EC0CC9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6/16/20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63432-802C-FC41-A90C-793DB6E59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D9A0F-AFDF-914B-BEDE-4AB936C82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9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C6514-4A6E-4A60-8405-539F47223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524" y="1340361"/>
            <a:ext cx="3729162" cy="33417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Fly Away Balloon Rides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468A2-ED34-4BB8-838A-CB26DBDA3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284" y="4731476"/>
            <a:ext cx="3793642" cy="97090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Sales Report</a:t>
            </a:r>
          </a:p>
        </p:txBody>
      </p:sp>
    </p:spTree>
    <p:extLst>
      <p:ext uri="{BB962C8B-B14F-4D97-AF65-F5344CB8AC3E}">
        <p14:creationId xmlns:p14="http://schemas.microsoft.com/office/powerpoint/2010/main" val="47990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32600D-D1EF-4658-A123-37DD9606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Business Growth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2517E2-53A5-4965-8E22-2D2E6A479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>
            <a:solidFill>
              <a:schemeClr val="bg1"/>
            </a:solidFill>
          </a:ln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Sales of all balloon ride experiences were steady in the first 3 months of the year but have increased dramatically since April. We believe is due to the new investment into marketing and promotion, especially the new website. Take a look at the chart to the right which shows total sales of all experiences for the last 6 months.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C5C8D797-6E00-4215-BDBB-E9A7518EA0F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3761956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9161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86D1-3E3F-4C6E-AB7A-FB6AA2151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income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BAEF1-B3D8-4A16-9D97-21956E547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9848" y="2014194"/>
            <a:ext cx="10257954" cy="3942103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As well as the increased income from Balloon experience days we are also seeing increased levels of income from other areas of the business.</a:t>
            </a: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Income from partner hotels has increased by 10%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Income from Media events has increased by 15%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Sales of T shirts, Photos and other merchandise has increased by 12%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Income from corporate sponsors has increased by over 20%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5115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5C1E9-8E45-448F-B209-3D67CAF9E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D3F56-6562-483D-9B9B-6A983E7FA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Package sales are increasing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Merchandising sales appear to be an emerging market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Corporate sponsorship and partnerships are helping to bring our products to wider audience. </a:t>
            </a:r>
          </a:p>
        </p:txBody>
      </p:sp>
    </p:spTree>
    <p:extLst>
      <p:ext uri="{BB962C8B-B14F-4D97-AF65-F5344CB8AC3E}">
        <p14:creationId xmlns:p14="http://schemas.microsoft.com/office/powerpoint/2010/main" val="605110650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LightSeed_2SEEDS">
      <a:dk1>
        <a:srgbClr val="000000"/>
      </a:dk1>
      <a:lt1>
        <a:srgbClr val="FFFFFF"/>
      </a:lt1>
      <a:dk2>
        <a:srgbClr val="243041"/>
      </a:dk2>
      <a:lt2>
        <a:srgbClr val="E2E3E8"/>
      </a:lt2>
      <a:accent1>
        <a:srgbClr val="ABA175"/>
      </a:accent1>
      <a:accent2>
        <a:srgbClr val="BD9B84"/>
      </a:accent2>
      <a:accent3>
        <a:srgbClr val="9CA57D"/>
      </a:accent3>
      <a:accent4>
        <a:srgbClr val="7FA3BA"/>
      </a:accent4>
      <a:accent5>
        <a:srgbClr val="969FC6"/>
      </a:accent5>
      <a:accent6>
        <a:srgbClr val="8C7FBA"/>
      </a:accent6>
      <a:hlink>
        <a:srgbClr val="6976AE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170</Words>
  <Application>Microsoft Macintosh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Elephant</vt:lpstr>
      <vt:lpstr>Wingdings</vt:lpstr>
      <vt:lpstr>BrushVTI</vt:lpstr>
      <vt:lpstr>Office Theme</vt:lpstr>
      <vt:lpstr>Fly Away Balloon Rides</vt:lpstr>
      <vt:lpstr>Business Growth</vt:lpstr>
      <vt:lpstr>Other income</vt:lpstr>
      <vt:lpstr>In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 away Balloon rides</dc:title>
  <dc:creator>LD</dc:creator>
  <cp:lastModifiedBy>Peterson, Rayner</cp:lastModifiedBy>
  <cp:revision>9</cp:revision>
  <dcterms:created xsi:type="dcterms:W3CDTF">2020-06-04T13:31:39Z</dcterms:created>
  <dcterms:modified xsi:type="dcterms:W3CDTF">2020-06-16T12:49:14Z</dcterms:modified>
</cp:coreProperties>
</file>